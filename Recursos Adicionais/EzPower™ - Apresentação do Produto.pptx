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97B601-0C4C-409E-8CFF-5318135F51B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853204-B039-4FD7-8E11-9E0BE3ECC169}">
      <dgm:prSet/>
      <dgm:spPr/>
      <dgm:t>
        <a:bodyPr/>
        <a:lstStyle/>
        <a:p>
          <a:r>
            <a:rPr lang="pt-PT" dirty="0"/>
            <a:t>Comprimentos diferentes</a:t>
          </a:r>
          <a:endParaRPr lang="en-US" dirty="0"/>
        </a:p>
      </dgm:t>
    </dgm:pt>
    <dgm:pt modelId="{19DA8E4F-B510-4C60-8845-FE48E9DA25C6}" type="parTrans" cxnId="{502FCCC3-D835-49E4-9CAC-746C1DABB4EB}">
      <dgm:prSet/>
      <dgm:spPr/>
      <dgm:t>
        <a:bodyPr/>
        <a:lstStyle/>
        <a:p>
          <a:endParaRPr lang="en-US"/>
        </a:p>
      </dgm:t>
    </dgm:pt>
    <dgm:pt modelId="{7754C90C-DF2F-44C9-8F8D-4AA67EA01C12}" type="sibTrans" cxnId="{502FCCC3-D835-49E4-9CAC-746C1DABB4EB}">
      <dgm:prSet/>
      <dgm:spPr/>
      <dgm:t>
        <a:bodyPr/>
        <a:lstStyle/>
        <a:p>
          <a:endParaRPr lang="en-US"/>
        </a:p>
      </dgm:t>
    </dgm:pt>
    <dgm:pt modelId="{238B1191-D5A5-4E71-A5B0-8C30F770BD0E}">
      <dgm:prSet/>
      <dgm:spPr/>
      <dgm:t>
        <a:bodyPr/>
        <a:lstStyle/>
        <a:p>
          <a:r>
            <a:rPr lang="pt-PT"/>
            <a:t>Controlo manual ou através de Aplicação Movel</a:t>
          </a:r>
          <a:endParaRPr lang="en-US"/>
        </a:p>
      </dgm:t>
    </dgm:pt>
    <dgm:pt modelId="{79B3A1DE-9588-475B-A07F-BD65C1D4A9CA}" type="parTrans" cxnId="{2F252D49-55B5-4985-8EE0-76BD07ED53EF}">
      <dgm:prSet/>
      <dgm:spPr/>
      <dgm:t>
        <a:bodyPr/>
        <a:lstStyle/>
        <a:p>
          <a:endParaRPr lang="en-US"/>
        </a:p>
      </dgm:t>
    </dgm:pt>
    <dgm:pt modelId="{0A752D5B-5F40-4320-BA11-7DF5B52D66AB}" type="sibTrans" cxnId="{2F252D49-55B5-4985-8EE0-76BD07ED53EF}">
      <dgm:prSet/>
      <dgm:spPr/>
      <dgm:t>
        <a:bodyPr/>
        <a:lstStyle/>
        <a:p>
          <a:endParaRPr lang="en-US"/>
        </a:p>
      </dgm:t>
    </dgm:pt>
    <dgm:pt modelId="{F8B95E9D-1194-4FB2-9303-2B15A69390D2}">
      <dgm:prSet/>
      <dgm:spPr/>
      <dgm:t>
        <a:bodyPr/>
        <a:lstStyle/>
        <a:p>
          <a:r>
            <a:rPr lang="pt-PT"/>
            <a:t>Monitorização de Consumos</a:t>
          </a:r>
          <a:endParaRPr lang="en-US"/>
        </a:p>
      </dgm:t>
    </dgm:pt>
    <dgm:pt modelId="{A2CCD33B-3D9B-4F5E-AAC7-9A0B272B52AE}" type="parTrans" cxnId="{86137DF2-A6AC-452B-9CF5-9305B0B7D362}">
      <dgm:prSet/>
      <dgm:spPr/>
      <dgm:t>
        <a:bodyPr/>
        <a:lstStyle/>
        <a:p>
          <a:endParaRPr lang="en-US"/>
        </a:p>
      </dgm:t>
    </dgm:pt>
    <dgm:pt modelId="{AAEA76EF-1CA1-4DB9-A273-8C5956A820D2}" type="sibTrans" cxnId="{86137DF2-A6AC-452B-9CF5-9305B0B7D362}">
      <dgm:prSet/>
      <dgm:spPr/>
      <dgm:t>
        <a:bodyPr/>
        <a:lstStyle/>
        <a:p>
          <a:endParaRPr lang="en-US"/>
        </a:p>
      </dgm:t>
    </dgm:pt>
    <dgm:pt modelId="{E41A40AE-A922-4690-98FC-AFCFF270198F}">
      <dgm:prSet/>
      <dgm:spPr/>
      <dgm:t>
        <a:bodyPr/>
        <a:lstStyle/>
        <a:p>
          <a:r>
            <a:rPr lang="pt-PT"/>
            <a:t>Integração com Assistentes Virtuais</a:t>
          </a:r>
          <a:endParaRPr lang="en-US"/>
        </a:p>
      </dgm:t>
    </dgm:pt>
    <dgm:pt modelId="{F18D9435-38BE-4317-BF7C-C062792F3C65}" type="parTrans" cxnId="{3D16EBCB-C5C4-41AA-88CC-7CAB5DCC0C96}">
      <dgm:prSet/>
      <dgm:spPr/>
      <dgm:t>
        <a:bodyPr/>
        <a:lstStyle/>
        <a:p>
          <a:endParaRPr lang="en-US"/>
        </a:p>
      </dgm:t>
    </dgm:pt>
    <dgm:pt modelId="{999DD989-570C-45C7-9EC3-C98A22AFE3CB}" type="sibTrans" cxnId="{3D16EBCB-C5C4-41AA-88CC-7CAB5DCC0C96}">
      <dgm:prSet/>
      <dgm:spPr/>
      <dgm:t>
        <a:bodyPr/>
        <a:lstStyle/>
        <a:p>
          <a:endParaRPr lang="en-US"/>
        </a:p>
      </dgm:t>
    </dgm:pt>
    <dgm:pt modelId="{0384296E-43E7-45EB-9683-6F5309E4A61A}" type="pres">
      <dgm:prSet presAssocID="{AF97B601-0C4C-409E-8CFF-5318135F51B0}" presName="vert0" presStyleCnt="0">
        <dgm:presLayoutVars>
          <dgm:dir/>
          <dgm:animOne val="branch"/>
          <dgm:animLvl val="lvl"/>
        </dgm:presLayoutVars>
      </dgm:prSet>
      <dgm:spPr/>
    </dgm:pt>
    <dgm:pt modelId="{288644E1-F596-47F3-BA9F-CB5BDA70A81A}" type="pres">
      <dgm:prSet presAssocID="{EE853204-B039-4FD7-8E11-9E0BE3ECC169}" presName="thickLine" presStyleLbl="alignNode1" presStyleIdx="0" presStyleCnt="4"/>
      <dgm:spPr/>
    </dgm:pt>
    <dgm:pt modelId="{794EE293-08A8-4CCE-BD89-6D6CA41A8677}" type="pres">
      <dgm:prSet presAssocID="{EE853204-B039-4FD7-8E11-9E0BE3ECC169}" presName="horz1" presStyleCnt="0"/>
      <dgm:spPr/>
    </dgm:pt>
    <dgm:pt modelId="{56A8B857-F8F4-40CC-B8AF-A30BD5928881}" type="pres">
      <dgm:prSet presAssocID="{EE853204-B039-4FD7-8E11-9E0BE3ECC169}" presName="tx1" presStyleLbl="revTx" presStyleIdx="0" presStyleCnt="4"/>
      <dgm:spPr/>
    </dgm:pt>
    <dgm:pt modelId="{9C371FD3-7C52-4975-A17C-0837B9798109}" type="pres">
      <dgm:prSet presAssocID="{EE853204-B039-4FD7-8E11-9E0BE3ECC169}" presName="vert1" presStyleCnt="0"/>
      <dgm:spPr/>
    </dgm:pt>
    <dgm:pt modelId="{F9323F6E-3824-4247-93E9-67639B7B86D8}" type="pres">
      <dgm:prSet presAssocID="{238B1191-D5A5-4E71-A5B0-8C30F770BD0E}" presName="thickLine" presStyleLbl="alignNode1" presStyleIdx="1" presStyleCnt="4"/>
      <dgm:spPr/>
    </dgm:pt>
    <dgm:pt modelId="{BADF11C9-D0C3-4E0A-AB59-845A3591554A}" type="pres">
      <dgm:prSet presAssocID="{238B1191-D5A5-4E71-A5B0-8C30F770BD0E}" presName="horz1" presStyleCnt="0"/>
      <dgm:spPr/>
    </dgm:pt>
    <dgm:pt modelId="{7033BD00-8DC3-49B5-A789-B3A2A390654B}" type="pres">
      <dgm:prSet presAssocID="{238B1191-D5A5-4E71-A5B0-8C30F770BD0E}" presName="tx1" presStyleLbl="revTx" presStyleIdx="1" presStyleCnt="4"/>
      <dgm:spPr/>
    </dgm:pt>
    <dgm:pt modelId="{90BBDD0B-6081-4B5F-94D5-6E4AE31B1B91}" type="pres">
      <dgm:prSet presAssocID="{238B1191-D5A5-4E71-A5B0-8C30F770BD0E}" presName="vert1" presStyleCnt="0"/>
      <dgm:spPr/>
    </dgm:pt>
    <dgm:pt modelId="{9396D439-B351-4405-84E9-842AEC4AE6CC}" type="pres">
      <dgm:prSet presAssocID="{F8B95E9D-1194-4FB2-9303-2B15A69390D2}" presName="thickLine" presStyleLbl="alignNode1" presStyleIdx="2" presStyleCnt="4"/>
      <dgm:spPr/>
    </dgm:pt>
    <dgm:pt modelId="{D1DFB357-6C73-4C9F-BDEF-4757DF64F885}" type="pres">
      <dgm:prSet presAssocID="{F8B95E9D-1194-4FB2-9303-2B15A69390D2}" presName="horz1" presStyleCnt="0"/>
      <dgm:spPr/>
    </dgm:pt>
    <dgm:pt modelId="{0EFF0AC4-F1E4-4C3E-9C93-6602FB2D634B}" type="pres">
      <dgm:prSet presAssocID="{F8B95E9D-1194-4FB2-9303-2B15A69390D2}" presName="tx1" presStyleLbl="revTx" presStyleIdx="2" presStyleCnt="4"/>
      <dgm:spPr/>
    </dgm:pt>
    <dgm:pt modelId="{679C782F-959E-4667-9861-84DDE0E73AD1}" type="pres">
      <dgm:prSet presAssocID="{F8B95E9D-1194-4FB2-9303-2B15A69390D2}" presName="vert1" presStyleCnt="0"/>
      <dgm:spPr/>
    </dgm:pt>
    <dgm:pt modelId="{6B869CA1-D476-47BF-81AC-B1606A006E1C}" type="pres">
      <dgm:prSet presAssocID="{E41A40AE-A922-4690-98FC-AFCFF270198F}" presName="thickLine" presStyleLbl="alignNode1" presStyleIdx="3" presStyleCnt="4"/>
      <dgm:spPr/>
    </dgm:pt>
    <dgm:pt modelId="{CB71475D-D010-4E68-8361-DD9DFA104FFE}" type="pres">
      <dgm:prSet presAssocID="{E41A40AE-A922-4690-98FC-AFCFF270198F}" presName="horz1" presStyleCnt="0"/>
      <dgm:spPr/>
    </dgm:pt>
    <dgm:pt modelId="{B48FD3BE-241E-448A-B380-508F916EB952}" type="pres">
      <dgm:prSet presAssocID="{E41A40AE-A922-4690-98FC-AFCFF270198F}" presName="tx1" presStyleLbl="revTx" presStyleIdx="3" presStyleCnt="4"/>
      <dgm:spPr/>
    </dgm:pt>
    <dgm:pt modelId="{9F167CD3-D8AD-4648-B51F-82A628369F8E}" type="pres">
      <dgm:prSet presAssocID="{E41A40AE-A922-4690-98FC-AFCFF270198F}" presName="vert1" presStyleCnt="0"/>
      <dgm:spPr/>
    </dgm:pt>
  </dgm:ptLst>
  <dgm:cxnLst>
    <dgm:cxn modelId="{24AE2A0D-6F6A-449E-859C-97C2E9BA1540}" type="presOf" srcId="{EE853204-B039-4FD7-8E11-9E0BE3ECC169}" destId="{56A8B857-F8F4-40CC-B8AF-A30BD5928881}" srcOrd="0" destOrd="0" presId="urn:microsoft.com/office/officeart/2008/layout/LinedList"/>
    <dgm:cxn modelId="{363AF23B-EC61-41FF-A220-E4675567E26B}" type="presOf" srcId="{AF97B601-0C4C-409E-8CFF-5318135F51B0}" destId="{0384296E-43E7-45EB-9683-6F5309E4A61A}" srcOrd="0" destOrd="0" presId="urn:microsoft.com/office/officeart/2008/layout/LinedList"/>
    <dgm:cxn modelId="{2F252D49-55B5-4985-8EE0-76BD07ED53EF}" srcId="{AF97B601-0C4C-409E-8CFF-5318135F51B0}" destId="{238B1191-D5A5-4E71-A5B0-8C30F770BD0E}" srcOrd="1" destOrd="0" parTransId="{79B3A1DE-9588-475B-A07F-BD65C1D4A9CA}" sibTransId="{0A752D5B-5F40-4320-BA11-7DF5B52D66AB}"/>
    <dgm:cxn modelId="{672E4C70-9667-436A-9F79-12791933331F}" type="presOf" srcId="{F8B95E9D-1194-4FB2-9303-2B15A69390D2}" destId="{0EFF0AC4-F1E4-4C3E-9C93-6602FB2D634B}" srcOrd="0" destOrd="0" presId="urn:microsoft.com/office/officeart/2008/layout/LinedList"/>
    <dgm:cxn modelId="{BCF3E753-7F88-4FB4-A544-5A68FAEAA2E2}" type="presOf" srcId="{E41A40AE-A922-4690-98FC-AFCFF270198F}" destId="{B48FD3BE-241E-448A-B380-508F916EB952}" srcOrd="0" destOrd="0" presId="urn:microsoft.com/office/officeart/2008/layout/LinedList"/>
    <dgm:cxn modelId="{502FCCC3-D835-49E4-9CAC-746C1DABB4EB}" srcId="{AF97B601-0C4C-409E-8CFF-5318135F51B0}" destId="{EE853204-B039-4FD7-8E11-9E0BE3ECC169}" srcOrd="0" destOrd="0" parTransId="{19DA8E4F-B510-4C60-8845-FE48E9DA25C6}" sibTransId="{7754C90C-DF2F-44C9-8F8D-4AA67EA01C12}"/>
    <dgm:cxn modelId="{3D16EBCB-C5C4-41AA-88CC-7CAB5DCC0C96}" srcId="{AF97B601-0C4C-409E-8CFF-5318135F51B0}" destId="{E41A40AE-A922-4690-98FC-AFCFF270198F}" srcOrd="3" destOrd="0" parTransId="{F18D9435-38BE-4317-BF7C-C062792F3C65}" sibTransId="{999DD989-570C-45C7-9EC3-C98A22AFE3CB}"/>
    <dgm:cxn modelId="{2F1830D1-D793-450B-B891-5F979EF3C3C0}" type="presOf" srcId="{238B1191-D5A5-4E71-A5B0-8C30F770BD0E}" destId="{7033BD00-8DC3-49B5-A789-B3A2A390654B}" srcOrd="0" destOrd="0" presId="urn:microsoft.com/office/officeart/2008/layout/LinedList"/>
    <dgm:cxn modelId="{86137DF2-A6AC-452B-9CF5-9305B0B7D362}" srcId="{AF97B601-0C4C-409E-8CFF-5318135F51B0}" destId="{F8B95E9D-1194-4FB2-9303-2B15A69390D2}" srcOrd="2" destOrd="0" parTransId="{A2CCD33B-3D9B-4F5E-AAC7-9A0B272B52AE}" sibTransId="{AAEA76EF-1CA1-4DB9-A273-8C5956A820D2}"/>
    <dgm:cxn modelId="{1E559C4D-65DA-4D6F-8A92-1D8E32186B85}" type="presParOf" srcId="{0384296E-43E7-45EB-9683-6F5309E4A61A}" destId="{288644E1-F596-47F3-BA9F-CB5BDA70A81A}" srcOrd="0" destOrd="0" presId="urn:microsoft.com/office/officeart/2008/layout/LinedList"/>
    <dgm:cxn modelId="{1BFA43DF-3EF3-4CD9-876A-C967BEE00A4F}" type="presParOf" srcId="{0384296E-43E7-45EB-9683-6F5309E4A61A}" destId="{794EE293-08A8-4CCE-BD89-6D6CA41A8677}" srcOrd="1" destOrd="0" presId="urn:microsoft.com/office/officeart/2008/layout/LinedList"/>
    <dgm:cxn modelId="{B56D454B-C3D1-43F3-ADDA-9ADFFD323D2B}" type="presParOf" srcId="{794EE293-08A8-4CCE-BD89-6D6CA41A8677}" destId="{56A8B857-F8F4-40CC-B8AF-A30BD5928881}" srcOrd="0" destOrd="0" presId="urn:microsoft.com/office/officeart/2008/layout/LinedList"/>
    <dgm:cxn modelId="{FCE8B977-E910-4C0F-89C5-DE8091DD902F}" type="presParOf" srcId="{794EE293-08A8-4CCE-BD89-6D6CA41A8677}" destId="{9C371FD3-7C52-4975-A17C-0837B9798109}" srcOrd="1" destOrd="0" presId="urn:microsoft.com/office/officeart/2008/layout/LinedList"/>
    <dgm:cxn modelId="{F498CFE7-AB81-404E-B7B2-91B06F0E1F51}" type="presParOf" srcId="{0384296E-43E7-45EB-9683-6F5309E4A61A}" destId="{F9323F6E-3824-4247-93E9-67639B7B86D8}" srcOrd="2" destOrd="0" presId="urn:microsoft.com/office/officeart/2008/layout/LinedList"/>
    <dgm:cxn modelId="{9D937892-2987-45FF-AFFB-4817893169B7}" type="presParOf" srcId="{0384296E-43E7-45EB-9683-6F5309E4A61A}" destId="{BADF11C9-D0C3-4E0A-AB59-845A3591554A}" srcOrd="3" destOrd="0" presId="urn:microsoft.com/office/officeart/2008/layout/LinedList"/>
    <dgm:cxn modelId="{27BC2E1F-DDF0-4F56-9184-63D4AF5C2FA9}" type="presParOf" srcId="{BADF11C9-D0C3-4E0A-AB59-845A3591554A}" destId="{7033BD00-8DC3-49B5-A789-B3A2A390654B}" srcOrd="0" destOrd="0" presId="urn:microsoft.com/office/officeart/2008/layout/LinedList"/>
    <dgm:cxn modelId="{20F7F39B-8334-4CC4-9FA9-962F80B89AFE}" type="presParOf" srcId="{BADF11C9-D0C3-4E0A-AB59-845A3591554A}" destId="{90BBDD0B-6081-4B5F-94D5-6E4AE31B1B91}" srcOrd="1" destOrd="0" presId="urn:microsoft.com/office/officeart/2008/layout/LinedList"/>
    <dgm:cxn modelId="{8ABB825B-01F3-47A4-A2F6-F23BBE117EE3}" type="presParOf" srcId="{0384296E-43E7-45EB-9683-6F5309E4A61A}" destId="{9396D439-B351-4405-84E9-842AEC4AE6CC}" srcOrd="4" destOrd="0" presId="urn:microsoft.com/office/officeart/2008/layout/LinedList"/>
    <dgm:cxn modelId="{2E8C366B-9AD8-43E1-B385-8FFEC37592A1}" type="presParOf" srcId="{0384296E-43E7-45EB-9683-6F5309E4A61A}" destId="{D1DFB357-6C73-4C9F-BDEF-4757DF64F885}" srcOrd="5" destOrd="0" presId="urn:microsoft.com/office/officeart/2008/layout/LinedList"/>
    <dgm:cxn modelId="{568C3BFB-C2FB-4137-97AD-25341064F2C7}" type="presParOf" srcId="{D1DFB357-6C73-4C9F-BDEF-4757DF64F885}" destId="{0EFF0AC4-F1E4-4C3E-9C93-6602FB2D634B}" srcOrd="0" destOrd="0" presId="urn:microsoft.com/office/officeart/2008/layout/LinedList"/>
    <dgm:cxn modelId="{9FF732EB-EF8D-4743-894A-64AE7103C563}" type="presParOf" srcId="{D1DFB357-6C73-4C9F-BDEF-4757DF64F885}" destId="{679C782F-959E-4667-9861-84DDE0E73AD1}" srcOrd="1" destOrd="0" presId="urn:microsoft.com/office/officeart/2008/layout/LinedList"/>
    <dgm:cxn modelId="{7EBADFB1-0F1E-4CB7-8F71-10135313788D}" type="presParOf" srcId="{0384296E-43E7-45EB-9683-6F5309E4A61A}" destId="{6B869CA1-D476-47BF-81AC-B1606A006E1C}" srcOrd="6" destOrd="0" presId="urn:microsoft.com/office/officeart/2008/layout/LinedList"/>
    <dgm:cxn modelId="{9B6BA2B2-44CE-423E-B20C-5115830497FA}" type="presParOf" srcId="{0384296E-43E7-45EB-9683-6F5309E4A61A}" destId="{CB71475D-D010-4E68-8361-DD9DFA104FFE}" srcOrd="7" destOrd="0" presId="urn:microsoft.com/office/officeart/2008/layout/LinedList"/>
    <dgm:cxn modelId="{194CB3FB-E54C-42F6-AC4F-B8FB033CCCD4}" type="presParOf" srcId="{CB71475D-D010-4E68-8361-DD9DFA104FFE}" destId="{B48FD3BE-241E-448A-B380-508F916EB952}" srcOrd="0" destOrd="0" presId="urn:microsoft.com/office/officeart/2008/layout/LinedList"/>
    <dgm:cxn modelId="{4E9CD555-7945-49F2-BE11-C849716164C9}" type="presParOf" srcId="{CB71475D-D010-4E68-8361-DD9DFA104FFE}" destId="{9F167CD3-D8AD-4648-B51F-82A628369F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D8835D-91B7-4E08-A807-43E8D4F37251}" type="doc">
      <dgm:prSet loTypeId="urn:microsoft.com/office/officeart/2005/8/layout/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16374D-89EA-4E93-AC0A-CC18326FE972}">
      <dgm:prSet/>
      <dgm:spPr/>
      <dgm:t>
        <a:bodyPr/>
        <a:lstStyle/>
        <a:p>
          <a:r>
            <a:rPr lang="pt-PT"/>
            <a:t>Mercado enorme</a:t>
          </a:r>
          <a:endParaRPr lang="en-US"/>
        </a:p>
      </dgm:t>
    </dgm:pt>
    <dgm:pt modelId="{239087C8-5321-41AB-B923-606B15AFC745}" type="parTrans" cxnId="{AEC17381-FC1A-44D9-A176-2DE1F9C48E34}">
      <dgm:prSet/>
      <dgm:spPr/>
      <dgm:t>
        <a:bodyPr/>
        <a:lstStyle/>
        <a:p>
          <a:endParaRPr lang="en-US"/>
        </a:p>
      </dgm:t>
    </dgm:pt>
    <dgm:pt modelId="{B9C2AEC1-02C9-46EE-9B48-318605BE9FE9}" type="sibTrans" cxnId="{AEC17381-FC1A-44D9-A176-2DE1F9C48E34}">
      <dgm:prSet/>
      <dgm:spPr/>
      <dgm:t>
        <a:bodyPr/>
        <a:lstStyle/>
        <a:p>
          <a:endParaRPr lang="en-US"/>
        </a:p>
      </dgm:t>
    </dgm:pt>
    <dgm:pt modelId="{BFB18007-82F5-4EBC-9690-E8B77BC420A1}">
      <dgm:prSet/>
      <dgm:spPr/>
      <dgm:t>
        <a:bodyPr/>
        <a:lstStyle/>
        <a:p>
          <a:r>
            <a:rPr lang="pt-PT"/>
            <a:t>Abrangente a todos</a:t>
          </a:r>
          <a:endParaRPr lang="en-US"/>
        </a:p>
      </dgm:t>
    </dgm:pt>
    <dgm:pt modelId="{CEB68A72-9CD2-47CA-9125-0C64715DE6F2}" type="parTrans" cxnId="{FCC3A51C-1CB9-4C37-A33D-B733A3EC0479}">
      <dgm:prSet/>
      <dgm:spPr/>
      <dgm:t>
        <a:bodyPr/>
        <a:lstStyle/>
        <a:p>
          <a:endParaRPr lang="en-US"/>
        </a:p>
      </dgm:t>
    </dgm:pt>
    <dgm:pt modelId="{851C4D9A-231F-4D22-A467-2E6727ADA8B7}" type="sibTrans" cxnId="{FCC3A51C-1CB9-4C37-A33D-B733A3EC0479}">
      <dgm:prSet/>
      <dgm:spPr/>
      <dgm:t>
        <a:bodyPr/>
        <a:lstStyle/>
        <a:p>
          <a:endParaRPr lang="en-US"/>
        </a:p>
      </dgm:t>
    </dgm:pt>
    <dgm:pt modelId="{B8BEB781-6260-4BD8-B9FD-9DE253A43215}">
      <dgm:prSet/>
      <dgm:spPr/>
      <dgm:t>
        <a:bodyPr/>
        <a:lstStyle/>
        <a:p>
          <a:r>
            <a:rPr lang="pt-PT" dirty="0"/>
            <a:t>Potencial de vendas elevado</a:t>
          </a:r>
          <a:endParaRPr lang="en-US" dirty="0"/>
        </a:p>
      </dgm:t>
    </dgm:pt>
    <dgm:pt modelId="{DAEA4CDA-1130-4033-8EAE-C4241B23AA4A}" type="parTrans" cxnId="{20919829-D5C2-4CA9-BF8C-13F4CE2DE63E}">
      <dgm:prSet/>
      <dgm:spPr/>
      <dgm:t>
        <a:bodyPr/>
        <a:lstStyle/>
        <a:p>
          <a:endParaRPr lang="en-US"/>
        </a:p>
      </dgm:t>
    </dgm:pt>
    <dgm:pt modelId="{3019D463-C2A9-4852-A4DF-E2D817BE7DCA}" type="sibTrans" cxnId="{20919829-D5C2-4CA9-BF8C-13F4CE2DE63E}">
      <dgm:prSet/>
      <dgm:spPr/>
      <dgm:t>
        <a:bodyPr/>
        <a:lstStyle/>
        <a:p>
          <a:endParaRPr lang="en-US"/>
        </a:p>
      </dgm:t>
    </dgm:pt>
    <dgm:pt modelId="{6E56C10B-43BC-4EA4-9D59-DACD07B360DC}">
      <dgm:prSet/>
      <dgm:spPr/>
      <dgm:t>
        <a:bodyPr/>
        <a:lstStyle/>
        <a:p>
          <a:r>
            <a:rPr lang="pt-PT"/>
            <a:t>Concorrentes</a:t>
          </a:r>
          <a:endParaRPr lang="en-US"/>
        </a:p>
      </dgm:t>
    </dgm:pt>
    <dgm:pt modelId="{C8E1B7EB-7279-492F-8311-DBE27283322F}" type="parTrans" cxnId="{D3AA5B30-0582-4597-A13A-3D18D9CE89D6}">
      <dgm:prSet/>
      <dgm:spPr/>
      <dgm:t>
        <a:bodyPr/>
        <a:lstStyle/>
        <a:p>
          <a:endParaRPr lang="en-US"/>
        </a:p>
      </dgm:t>
    </dgm:pt>
    <dgm:pt modelId="{9CE4871F-EC55-4A09-B272-52DB64FD9E1C}" type="sibTrans" cxnId="{D3AA5B30-0582-4597-A13A-3D18D9CE89D6}">
      <dgm:prSet/>
      <dgm:spPr/>
      <dgm:t>
        <a:bodyPr/>
        <a:lstStyle/>
        <a:p>
          <a:endParaRPr lang="en-US"/>
        </a:p>
      </dgm:t>
    </dgm:pt>
    <dgm:pt modelId="{733DA200-096A-4E7F-9EB0-6682BF49EEAE}" type="pres">
      <dgm:prSet presAssocID="{53D8835D-91B7-4E08-A807-43E8D4F37251}" presName="diagram" presStyleCnt="0">
        <dgm:presLayoutVars>
          <dgm:dir/>
          <dgm:resizeHandles val="exact"/>
        </dgm:presLayoutVars>
      </dgm:prSet>
      <dgm:spPr/>
    </dgm:pt>
    <dgm:pt modelId="{B7912E11-A77B-4CB9-A23E-12D2AE3D4091}" type="pres">
      <dgm:prSet presAssocID="{0D16374D-89EA-4E93-AC0A-CC18326FE972}" presName="node" presStyleLbl="node1" presStyleIdx="0" presStyleCnt="4">
        <dgm:presLayoutVars>
          <dgm:bulletEnabled val="1"/>
        </dgm:presLayoutVars>
      </dgm:prSet>
      <dgm:spPr/>
    </dgm:pt>
    <dgm:pt modelId="{18DDAC80-7BA7-4330-974F-7451E22BFD39}" type="pres">
      <dgm:prSet presAssocID="{B9C2AEC1-02C9-46EE-9B48-318605BE9FE9}" presName="sibTrans" presStyleLbl="sibTrans2D1" presStyleIdx="0" presStyleCnt="3"/>
      <dgm:spPr/>
    </dgm:pt>
    <dgm:pt modelId="{F6769D50-0E08-4B6E-89F2-E34B32FDBA4A}" type="pres">
      <dgm:prSet presAssocID="{B9C2AEC1-02C9-46EE-9B48-318605BE9FE9}" presName="connectorText" presStyleLbl="sibTrans2D1" presStyleIdx="0" presStyleCnt="3"/>
      <dgm:spPr/>
    </dgm:pt>
    <dgm:pt modelId="{9B0D8702-F54D-4C77-B8D4-B26179BAF3B4}" type="pres">
      <dgm:prSet presAssocID="{BFB18007-82F5-4EBC-9690-E8B77BC420A1}" presName="node" presStyleLbl="node1" presStyleIdx="1" presStyleCnt="4">
        <dgm:presLayoutVars>
          <dgm:bulletEnabled val="1"/>
        </dgm:presLayoutVars>
      </dgm:prSet>
      <dgm:spPr/>
    </dgm:pt>
    <dgm:pt modelId="{E1D19F28-90DE-4CF7-A7CA-2D3422BB18C5}" type="pres">
      <dgm:prSet presAssocID="{851C4D9A-231F-4D22-A467-2E6727ADA8B7}" presName="sibTrans" presStyleLbl="sibTrans2D1" presStyleIdx="1" presStyleCnt="3"/>
      <dgm:spPr/>
    </dgm:pt>
    <dgm:pt modelId="{7A83ACC9-E6F1-4CA4-85DB-9F739BF8FC22}" type="pres">
      <dgm:prSet presAssocID="{851C4D9A-231F-4D22-A467-2E6727ADA8B7}" presName="connectorText" presStyleLbl="sibTrans2D1" presStyleIdx="1" presStyleCnt="3"/>
      <dgm:spPr/>
    </dgm:pt>
    <dgm:pt modelId="{C6451D8D-227C-497C-805E-EBBF9AF53421}" type="pres">
      <dgm:prSet presAssocID="{B8BEB781-6260-4BD8-B9FD-9DE253A43215}" presName="node" presStyleLbl="node1" presStyleIdx="2" presStyleCnt="4" custLinFactX="-39996" custLinFactY="61164" custLinFactNeighborX="-100000" custLinFactNeighborY="100000">
        <dgm:presLayoutVars>
          <dgm:bulletEnabled val="1"/>
        </dgm:presLayoutVars>
      </dgm:prSet>
      <dgm:spPr/>
    </dgm:pt>
    <dgm:pt modelId="{474E6096-2D8E-4F0D-942A-0CC91A2D2490}" type="pres">
      <dgm:prSet presAssocID="{3019D463-C2A9-4852-A4DF-E2D817BE7DCA}" presName="sibTrans" presStyleLbl="sibTrans2D1" presStyleIdx="2" presStyleCnt="3"/>
      <dgm:spPr/>
    </dgm:pt>
    <dgm:pt modelId="{865D819D-346F-41F0-BE75-9A366B9071C2}" type="pres">
      <dgm:prSet presAssocID="{3019D463-C2A9-4852-A4DF-E2D817BE7DCA}" presName="connectorText" presStyleLbl="sibTrans2D1" presStyleIdx="2" presStyleCnt="3"/>
      <dgm:spPr/>
    </dgm:pt>
    <dgm:pt modelId="{C5B2996B-6377-43F2-8DA3-CD4C67B2B0DC}" type="pres">
      <dgm:prSet presAssocID="{6E56C10B-43BC-4EA4-9D59-DACD07B360DC}" presName="node" presStyleLbl="node1" presStyleIdx="3" presStyleCnt="4" custLinFactX="-100000" custLinFactNeighborX="-180466" custLinFactNeighborY="-7356">
        <dgm:presLayoutVars>
          <dgm:bulletEnabled val="1"/>
        </dgm:presLayoutVars>
      </dgm:prSet>
      <dgm:spPr/>
    </dgm:pt>
  </dgm:ptLst>
  <dgm:cxnLst>
    <dgm:cxn modelId="{9E06CE12-8411-4A00-BA1D-4585CC0D678C}" type="presOf" srcId="{3019D463-C2A9-4852-A4DF-E2D817BE7DCA}" destId="{474E6096-2D8E-4F0D-942A-0CC91A2D2490}" srcOrd="0" destOrd="0" presId="urn:microsoft.com/office/officeart/2005/8/layout/process5"/>
    <dgm:cxn modelId="{FCC3A51C-1CB9-4C37-A33D-B733A3EC0479}" srcId="{53D8835D-91B7-4E08-A807-43E8D4F37251}" destId="{BFB18007-82F5-4EBC-9690-E8B77BC420A1}" srcOrd="1" destOrd="0" parTransId="{CEB68A72-9CD2-47CA-9125-0C64715DE6F2}" sibTransId="{851C4D9A-231F-4D22-A467-2E6727ADA8B7}"/>
    <dgm:cxn modelId="{F7986F25-43C9-4170-B603-5F320DF13755}" type="presOf" srcId="{B9C2AEC1-02C9-46EE-9B48-318605BE9FE9}" destId="{18DDAC80-7BA7-4330-974F-7451E22BFD39}" srcOrd="0" destOrd="0" presId="urn:microsoft.com/office/officeart/2005/8/layout/process5"/>
    <dgm:cxn modelId="{20919829-D5C2-4CA9-BF8C-13F4CE2DE63E}" srcId="{53D8835D-91B7-4E08-A807-43E8D4F37251}" destId="{B8BEB781-6260-4BD8-B9FD-9DE253A43215}" srcOrd="2" destOrd="0" parTransId="{DAEA4CDA-1130-4033-8EAE-C4241B23AA4A}" sibTransId="{3019D463-C2A9-4852-A4DF-E2D817BE7DCA}"/>
    <dgm:cxn modelId="{D3AA5B30-0582-4597-A13A-3D18D9CE89D6}" srcId="{53D8835D-91B7-4E08-A807-43E8D4F37251}" destId="{6E56C10B-43BC-4EA4-9D59-DACD07B360DC}" srcOrd="3" destOrd="0" parTransId="{C8E1B7EB-7279-492F-8311-DBE27283322F}" sibTransId="{9CE4871F-EC55-4A09-B272-52DB64FD9E1C}"/>
    <dgm:cxn modelId="{09EBD03A-6570-4E32-8525-F3937525728F}" type="presOf" srcId="{B9C2AEC1-02C9-46EE-9B48-318605BE9FE9}" destId="{F6769D50-0E08-4B6E-89F2-E34B32FDBA4A}" srcOrd="1" destOrd="0" presId="urn:microsoft.com/office/officeart/2005/8/layout/process5"/>
    <dgm:cxn modelId="{B5D8BA5F-0300-4C25-B78A-332D2A432646}" type="presOf" srcId="{3019D463-C2A9-4852-A4DF-E2D817BE7DCA}" destId="{865D819D-346F-41F0-BE75-9A366B9071C2}" srcOrd="1" destOrd="0" presId="urn:microsoft.com/office/officeart/2005/8/layout/process5"/>
    <dgm:cxn modelId="{C5949D4D-8493-4D11-9D20-D019D1CC4BD8}" type="presOf" srcId="{53D8835D-91B7-4E08-A807-43E8D4F37251}" destId="{733DA200-096A-4E7F-9EB0-6682BF49EEAE}" srcOrd="0" destOrd="0" presId="urn:microsoft.com/office/officeart/2005/8/layout/process5"/>
    <dgm:cxn modelId="{8A570651-19A4-4EF7-B2E6-D8F5DFB9D015}" type="presOf" srcId="{851C4D9A-231F-4D22-A467-2E6727ADA8B7}" destId="{E1D19F28-90DE-4CF7-A7CA-2D3422BB18C5}" srcOrd="0" destOrd="0" presId="urn:microsoft.com/office/officeart/2005/8/layout/process5"/>
    <dgm:cxn modelId="{AEC17381-FC1A-44D9-A176-2DE1F9C48E34}" srcId="{53D8835D-91B7-4E08-A807-43E8D4F37251}" destId="{0D16374D-89EA-4E93-AC0A-CC18326FE972}" srcOrd="0" destOrd="0" parTransId="{239087C8-5321-41AB-B923-606B15AFC745}" sibTransId="{B9C2AEC1-02C9-46EE-9B48-318605BE9FE9}"/>
    <dgm:cxn modelId="{6BA8C998-D546-475F-B3EF-609E8E2605F0}" type="presOf" srcId="{6E56C10B-43BC-4EA4-9D59-DACD07B360DC}" destId="{C5B2996B-6377-43F2-8DA3-CD4C67B2B0DC}" srcOrd="0" destOrd="0" presId="urn:microsoft.com/office/officeart/2005/8/layout/process5"/>
    <dgm:cxn modelId="{2E717AD1-F7C7-48A6-91EF-09FD4CCA14EA}" type="presOf" srcId="{BFB18007-82F5-4EBC-9690-E8B77BC420A1}" destId="{9B0D8702-F54D-4C77-B8D4-B26179BAF3B4}" srcOrd="0" destOrd="0" presId="urn:microsoft.com/office/officeart/2005/8/layout/process5"/>
    <dgm:cxn modelId="{6B6BB1D1-2E19-49E7-A6A5-F29258EABEEA}" type="presOf" srcId="{851C4D9A-231F-4D22-A467-2E6727ADA8B7}" destId="{7A83ACC9-E6F1-4CA4-85DB-9F739BF8FC22}" srcOrd="1" destOrd="0" presId="urn:microsoft.com/office/officeart/2005/8/layout/process5"/>
    <dgm:cxn modelId="{97C535DD-9A33-4E94-82EB-937525E9740C}" type="presOf" srcId="{B8BEB781-6260-4BD8-B9FD-9DE253A43215}" destId="{C6451D8D-227C-497C-805E-EBBF9AF53421}" srcOrd="0" destOrd="0" presId="urn:microsoft.com/office/officeart/2005/8/layout/process5"/>
    <dgm:cxn modelId="{44E705FF-A8E8-4B8C-AC4A-9E409F2B1B0B}" type="presOf" srcId="{0D16374D-89EA-4E93-AC0A-CC18326FE972}" destId="{B7912E11-A77B-4CB9-A23E-12D2AE3D4091}" srcOrd="0" destOrd="0" presId="urn:microsoft.com/office/officeart/2005/8/layout/process5"/>
    <dgm:cxn modelId="{6AE4D60B-6A67-4CA9-A028-8174C1A18A60}" type="presParOf" srcId="{733DA200-096A-4E7F-9EB0-6682BF49EEAE}" destId="{B7912E11-A77B-4CB9-A23E-12D2AE3D4091}" srcOrd="0" destOrd="0" presId="urn:microsoft.com/office/officeart/2005/8/layout/process5"/>
    <dgm:cxn modelId="{1AD2E67E-27D8-4388-B278-EA4A980E96DB}" type="presParOf" srcId="{733DA200-096A-4E7F-9EB0-6682BF49EEAE}" destId="{18DDAC80-7BA7-4330-974F-7451E22BFD39}" srcOrd="1" destOrd="0" presId="urn:microsoft.com/office/officeart/2005/8/layout/process5"/>
    <dgm:cxn modelId="{E2846641-6AB6-496E-B736-7996B64171C9}" type="presParOf" srcId="{18DDAC80-7BA7-4330-974F-7451E22BFD39}" destId="{F6769D50-0E08-4B6E-89F2-E34B32FDBA4A}" srcOrd="0" destOrd="0" presId="urn:microsoft.com/office/officeart/2005/8/layout/process5"/>
    <dgm:cxn modelId="{82A79E1D-04E3-4FA1-BE3C-9D55BF5BD1DE}" type="presParOf" srcId="{733DA200-096A-4E7F-9EB0-6682BF49EEAE}" destId="{9B0D8702-F54D-4C77-B8D4-B26179BAF3B4}" srcOrd="2" destOrd="0" presId="urn:microsoft.com/office/officeart/2005/8/layout/process5"/>
    <dgm:cxn modelId="{6AD00B8C-4A11-4D00-B422-B5509CC149C8}" type="presParOf" srcId="{733DA200-096A-4E7F-9EB0-6682BF49EEAE}" destId="{E1D19F28-90DE-4CF7-A7CA-2D3422BB18C5}" srcOrd="3" destOrd="0" presId="urn:microsoft.com/office/officeart/2005/8/layout/process5"/>
    <dgm:cxn modelId="{93F41713-ACE2-4E33-931E-9F00BB2328AB}" type="presParOf" srcId="{E1D19F28-90DE-4CF7-A7CA-2D3422BB18C5}" destId="{7A83ACC9-E6F1-4CA4-85DB-9F739BF8FC22}" srcOrd="0" destOrd="0" presId="urn:microsoft.com/office/officeart/2005/8/layout/process5"/>
    <dgm:cxn modelId="{32FDB288-017C-486E-9940-0865253E8AF9}" type="presParOf" srcId="{733DA200-096A-4E7F-9EB0-6682BF49EEAE}" destId="{C6451D8D-227C-497C-805E-EBBF9AF53421}" srcOrd="4" destOrd="0" presId="urn:microsoft.com/office/officeart/2005/8/layout/process5"/>
    <dgm:cxn modelId="{1FE1D724-F4B8-456D-8697-ABB3E0F381B8}" type="presParOf" srcId="{733DA200-096A-4E7F-9EB0-6682BF49EEAE}" destId="{474E6096-2D8E-4F0D-942A-0CC91A2D2490}" srcOrd="5" destOrd="0" presId="urn:microsoft.com/office/officeart/2005/8/layout/process5"/>
    <dgm:cxn modelId="{70D3BD4D-4CE8-4873-B7AF-7C0C0E2B6C85}" type="presParOf" srcId="{474E6096-2D8E-4F0D-942A-0CC91A2D2490}" destId="{865D819D-346F-41F0-BE75-9A366B9071C2}" srcOrd="0" destOrd="0" presId="urn:microsoft.com/office/officeart/2005/8/layout/process5"/>
    <dgm:cxn modelId="{5D8F14A9-E588-490A-9152-C48F5721F1F8}" type="presParOf" srcId="{733DA200-096A-4E7F-9EB0-6682BF49EEAE}" destId="{C5B2996B-6377-43F2-8DA3-CD4C67B2B0DC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F00050-A28B-49FB-9122-36A3CEDE1F21}" type="doc">
      <dgm:prSet loTypeId="urn:microsoft.com/office/officeart/2005/8/layout/matrix3" loCatId="matrix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74E480-93F1-4168-B7AB-06F5DA48AC89}">
      <dgm:prSet/>
      <dgm:spPr/>
      <dgm:t>
        <a:bodyPr/>
        <a:lstStyle/>
        <a:p>
          <a:r>
            <a:rPr lang="pt-PT"/>
            <a:t>Produto diferenciado</a:t>
          </a:r>
          <a:endParaRPr lang="en-US"/>
        </a:p>
      </dgm:t>
    </dgm:pt>
    <dgm:pt modelId="{D1DF0271-0726-4707-8701-D264B7C2A2D6}" type="parTrans" cxnId="{28EA32F3-F9BC-40F3-8E6A-E099118FFB13}">
      <dgm:prSet/>
      <dgm:spPr/>
      <dgm:t>
        <a:bodyPr/>
        <a:lstStyle/>
        <a:p>
          <a:endParaRPr lang="en-US"/>
        </a:p>
      </dgm:t>
    </dgm:pt>
    <dgm:pt modelId="{D3FD03BE-A736-478F-8943-05DA7100139D}" type="sibTrans" cxnId="{28EA32F3-F9BC-40F3-8E6A-E099118FFB13}">
      <dgm:prSet/>
      <dgm:spPr/>
      <dgm:t>
        <a:bodyPr/>
        <a:lstStyle/>
        <a:p>
          <a:endParaRPr lang="en-US"/>
        </a:p>
      </dgm:t>
    </dgm:pt>
    <dgm:pt modelId="{7BB57F81-3A8E-40D9-B12B-64CD4FBB1FA9}">
      <dgm:prSet/>
      <dgm:spPr/>
      <dgm:t>
        <a:bodyPr/>
        <a:lstStyle/>
        <a:p>
          <a:r>
            <a:rPr lang="pt-PT"/>
            <a:t>Preço competitivo</a:t>
          </a:r>
          <a:endParaRPr lang="en-US"/>
        </a:p>
      </dgm:t>
    </dgm:pt>
    <dgm:pt modelId="{C49E7700-A960-4F32-9B36-080E303D4EEF}" type="parTrans" cxnId="{C80A030E-4E3D-4595-81C2-D00D778799FB}">
      <dgm:prSet/>
      <dgm:spPr/>
      <dgm:t>
        <a:bodyPr/>
        <a:lstStyle/>
        <a:p>
          <a:endParaRPr lang="en-US"/>
        </a:p>
      </dgm:t>
    </dgm:pt>
    <dgm:pt modelId="{0AEA288C-DC53-4CD0-9AA9-B75B1B6B9873}" type="sibTrans" cxnId="{C80A030E-4E3D-4595-81C2-D00D778799FB}">
      <dgm:prSet/>
      <dgm:spPr/>
      <dgm:t>
        <a:bodyPr/>
        <a:lstStyle/>
        <a:p>
          <a:endParaRPr lang="en-US"/>
        </a:p>
      </dgm:t>
    </dgm:pt>
    <dgm:pt modelId="{52800B09-3364-4DFC-BFA0-2CFCA3E14FD2}">
      <dgm:prSet/>
      <dgm:spPr/>
      <dgm:t>
        <a:bodyPr/>
        <a:lstStyle/>
        <a:p>
          <a:r>
            <a:rPr lang="pt-PT"/>
            <a:t>Diversos canais de distribuição</a:t>
          </a:r>
          <a:endParaRPr lang="en-US"/>
        </a:p>
      </dgm:t>
    </dgm:pt>
    <dgm:pt modelId="{5345255C-2B5A-4B5A-8727-E8907A68D0CA}" type="parTrans" cxnId="{4C38F842-DACD-491E-84C0-D84498AE82B4}">
      <dgm:prSet/>
      <dgm:spPr/>
      <dgm:t>
        <a:bodyPr/>
        <a:lstStyle/>
        <a:p>
          <a:endParaRPr lang="en-US"/>
        </a:p>
      </dgm:t>
    </dgm:pt>
    <dgm:pt modelId="{84C34DC5-7F06-4D72-914A-7DBD6F9A095B}" type="sibTrans" cxnId="{4C38F842-DACD-491E-84C0-D84498AE82B4}">
      <dgm:prSet/>
      <dgm:spPr/>
      <dgm:t>
        <a:bodyPr/>
        <a:lstStyle/>
        <a:p>
          <a:endParaRPr lang="en-US"/>
        </a:p>
      </dgm:t>
    </dgm:pt>
    <dgm:pt modelId="{C846ECF7-E871-4CA9-A3A3-3A592A2A6D5D}">
      <dgm:prSet/>
      <dgm:spPr/>
      <dgm:t>
        <a:bodyPr/>
        <a:lstStyle/>
        <a:p>
          <a:r>
            <a:rPr lang="pt-PT"/>
            <a:t>Elevada presença em Redes Sociais</a:t>
          </a:r>
          <a:endParaRPr lang="en-US"/>
        </a:p>
      </dgm:t>
    </dgm:pt>
    <dgm:pt modelId="{7D9D2DB8-F747-4220-8703-769B9A0AC900}" type="parTrans" cxnId="{52EDCA6B-9992-4934-91D0-4518CF6A9203}">
      <dgm:prSet/>
      <dgm:spPr/>
      <dgm:t>
        <a:bodyPr/>
        <a:lstStyle/>
        <a:p>
          <a:endParaRPr lang="en-US"/>
        </a:p>
      </dgm:t>
    </dgm:pt>
    <dgm:pt modelId="{61804A03-8E0C-4AB6-86A4-890D6154994A}" type="sibTrans" cxnId="{52EDCA6B-9992-4934-91D0-4518CF6A9203}">
      <dgm:prSet/>
      <dgm:spPr/>
      <dgm:t>
        <a:bodyPr/>
        <a:lstStyle/>
        <a:p>
          <a:endParaRPr lang="en-US"/>
        </a:p>
      </dgm:t>
    </dgm:pt>
    <dgm:pt modelId="{66D6F67E-259F-4EE5-908D-13A2085E31AC}" type="pres">
      <dgm:prSet presAssocID="{9FF00050-A28B-49FB-9122-36A3CEDE1F21}" presName="matrix" presStyleCnt="0">
        <dgm:presLayoutVars>
          <dgm:chMax val="1"/>
          <dgm:dir/>
          <dgm:resizeHandles val="exact"/>
        </dgm:presLayoutVars>
      </dgm:prSet>
      <dgm:spPr/>
    </dgm:pt>
    <dgm:pt modelId="{1A6EA9FC-540F-4347-AAED-7D88DCE7B565}" type="pres">
      <dgm:prSet presAssocID="{9FF00050-A28B-49FB-9122-36A3CEDE1F21}" presName="diamond" presStyleLbl="bgShp" presStyleIdx="0" presStyleCnt="1"/>
      <dgm:spPr/>
    </dgm:pt>
    <dgm:pt modelId="{0CFBFFC8-8ED4-46C3-8831-1A3755FF633B}" type="pres">
      <dgm:prSet presAssocID="{9FF00050-A28B-49FB-9122-36A3CEDE1F2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E12FB9-93ED-43DB-B832-C63865DE7BB0}" type="pres">
      <dgm:prSet presAssocID="{9FF00050-A28B-49FB-9122-36A3CEDE1F2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5F500BB-1543-48B6-9B4C-D02E67287078}" type="pres">
      <dgm:prSet presAssocID="{9FF00050-A28B-49FB-9122-36A3CEDE1F2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197B96A-B56A-410A-BAE7-19D39E422DBB}" type="pres">
      <dgm:prSet presAssocID="{9FF00050-A28B-49FB-9122-36A3CEDE1F2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0A030E-4E3D-4595-81C2-D00D778799FB}" srcId="{9FF00050-A28B-49FB-9122-36A3CEDE1F21}" destId="{7BB57F81-3A8E-40D9-B12B-64CD4FBB1FA9}" srcOrd="1" destOrd="0" parTransId="{C49E7700-A960-4F32-9B36-080E303D4EEF}" sibTransId="{0AEA288C-DC53-4CD0-9AA9-B75B1B6B9873}"/>
    <dgm:cxn modelId="{4C38F842-DACD-491E-84C0-D84498AE82B4}" srcId="{9FF00050-A28B-49FB-9122-36A3CEDE1F21}" destId="{52800B09-3364-4DFC-BFA0-2CFCA3E14FD2}" srcOrd="2" destOrd="0" parTransId="{5345255C-2B5A-4B5A-8727-E8907A68D0CA}" sibTransId="{84C34DC5-7F06-4D72-914A-7DBD6F9A095B}"/>
    <dgm:cxn modelId="{A2EEEB44-CCE2-464D-B9C2-AD657260568F}" type="presOf" srcId="{7BB57F81-3A8E-40D9-B12B-64CD4FBB1FA9}" destId="{39E12FB9-93ED-43DB-B832-C63865DE7BB0}" srcOrd="0" destOrd="0" presId="urn:microsoft.com/office/officeart/2005/8/layout/matrix3"/>
    <dgm:cxn modelId="{52EDCA6B-9992-4934-91D0-4518CF6A9203}" srcId="{9FF00050-A28B-49FB-9122-36A3CEDE1F21}" destId="{C846ECF7-E871-4CA9-A3A3-3A592A2A6D5D}" srcOrd="3" destOrd="0" parTransId="{7D9D2DB8-F747-4220-8703-769B9A0AC900}" sibTransId="{61804A03-8E0C-4AB6-86A4-890D6154994A}"/>
    <dgm:cxn modelId="{6A1CFB79-8B93-44AA-9C84-F51E1864030D}" type="presOf" srcId="{C846ECF7-E871-4CA9-A3A3-3A592A2A6D5D}" destId="{2197B96A-B56A-410A-BAE7-19D39E422DBB}" srcOrd="0" destOrd="0" presId="urn:microsoft.com/office/officeart/2005/8/layout/matrix3"/>
    <dgm:cxn modelId="{A902CC7C-4A84-4CE6-95D4-5B136D6628AB}" type="presOf" srcId="{9FF00050-A28B-49FB-9122-36A3CEDE1F21}" destId="{66D6F67E-259F-4EE5-908D-13A2085E31AC}" srcOrd="0" destOrd="0" presId="urn:microsoft.com/office/officeart/2005/8/layout/matrix3"/>
    <dgm:cxn modelId="{56A47594-F8A0-425D-AF08-7BDD188A2540}" type="presOf" srcId="{0174E480-93F1-4168-B7AB-06F5DA48AC89}" destId="{0CFBFFC8-8ED4-46C3-8831-1A3755FF633B}" srcOrd="0" destOrd="0" presId="urn:microsoft.com/office/officeart/2005/8/layout/matrix3"/>
    <dgm:cxn modelId="{28EA32F3-F9BC-40F3-8E6A-E099118FFB13}" srcId="{9FF00050-A28B-49FB-9122-36A3CEDE1F21}" destId="{0174E480-93F1-4168-B7AB-06F5DA48AC89}" srcOrd="0" destOrd="0" parTransId="{D1DF0271-0726-4707-8701-D264B7C2A2D6}" sibTransId="{D3FD03BE-A736-478F-8943-05DA7100139D}"/>
    <dgm:cxn modelId="{7668A3F8-E5C8-4B65-B7F8-937CB3A07A5C}" type="presOf" srcId="{52800B09-3364-4DFC-BFA0-2CFCA3E14FD2}" destId="{85F500BB-1543-48B6-9B4C-D02E67287078}" srcOrd="0" destOrd="0" presId="urn:microsoft.com/office/officeart/2005/8/layout/matrix3"/>
    <dgm:cxn modelId="{4212A602-0B39-48AA-90B6-0A51EFD3BF64}" type="presParOf" srcId="{66D6F67E-259F-4EE5-908D-13A2085E31AC}" destId="{1A6EA9FC-540F-4347-AAED-7D88DCE7B565}" srcOrd="0" destOrd="0" presId="urn:microsoft.com/office/officeart/2005/8/layout/matrix3"/>
    <dgm:cxn modelId="{5328072E-B1E1-42EA-8A6B-84F7F4974FCE}" type="presParOf" srcId="{66D6F67E-259F-4EE5-908D-13A2085E31AC}" destId="{0CFBFFC8-8ED4-46C3-8831-1A3755FF633B}" srcOrd="1" destOrd="0" presId="urn:microsoft.com/office/officeart/2005/8/layout/matrix3"/>
    <dgm:cxn modelId="{181641C5-D164-42FD-ADB6-19248CA1508F}" type="presParOf" srcId="{66D6F67E-259F-4EE5-908D-13A2085E31AC}" destId="{39E12FB9-93ED-43DB-B832-C63865DE7BB0}" srcOrd="2" destOrd="0" presId="urn:microsoft.com/office/officeart/2005/8/layout/matrix3"/>
    <dgm:cxn modelId="{B45F834E-3FB0-4B7D-A7A6-F236CAADAC82}" type="presParOf" srcId="{66D6F67E-259F-4EE5-908D-13A2085E31AC}" destId="{85F500BB-1543-48B6-9B4C-D02E67287078}" srcOrd="3" destOrd="0" presId="urn:microsoft.com/office/officeart/2005/8/layout/matrix3"/>
    <dgm:cxn modelId="{36943171-9393-45C0-AD99-37816756BD23}" type="presParOf" srcId="{66D6F67E-259F-4EE5-908D-13A2085E31AC}" destId="{2197B96A-B56A-410A-BAE7-19D39E422D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644E1-F596-47F3-BA9F-CB5BDA70A81A}">
      <dsp:nvSpPr>
        <dsp:cNvPr id="0" name=""/>
        <dsp:cNvSpPr/>
      </dsp:nvSpPr>
      <dsp:spPr>
        <a:xfrm>
          <a:off x="0" y="0"/>
          <a:ext cx="6034656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A8B857-F8F4-40CC-B8AF-A30BD5928881}">
      <dsp:nvSpPr>
        <dsp:cNvPr id="0" name=""/>
        <dsp:cNvSpPr/>
      </dsp:nvSpPr>
      <dsp:spPr>
        <a:xfrm>
          <a:off x="0" y="0"/>
          <a:ext cx="6034656" cy="140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 dirty="0"/>
            <a:t>Comprimentos diferentes</a:t>
          </a:r>
          <a:endParaRPr lang="en-US" sz="3500" kern="1200" dirty="0"/>
        </a:p>
      </dsp:txBody>
      <dsp:txXfrm>
        <a:off x="0" y="0"/>
        <a:ext cx="6034656" cy="1408063"/>
      </dsp:txXfrm>
    </dsp:sp>
    <dsp:sp modelId="{F9323F6E-3824-4247-93E9-67639B7B86D8}">
      <dsp:nvSpPr>
        <dsp:cNvPr id="0" name=""/>
        <dsp:cNvSpPr/>
      </dsp:nvSpPr>
      <dsp:spPr>
        <a:xfrm>
          <a:off x="0" y="1408063"/>
          <a:ext cx="6034656" cy="0"/>
        </a:xfrm>
        <a:prstGeom prst="line">
          <a:avLst/>
        </a:prstGeom>
        <a:gradFill rotWithShape="0">
          <a:gsLst>
            <a:gs pos="0">
              <a:schemeClr val="accent2">
                <a:hueOff val="803115"/>
                <a:satOff val="-7744"/>
                <a:lumOff val="-2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3115"/>
                <a:satOff val="-7744"/>
                <a:lumOff val="-2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3115"/>
                <a:satOff val="-7744"/>
                <a:lumOff val="-2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803115"/>
              <a:satOff val="-7744"/>
              <a:lumOff val="-22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33BD00-8DC3-49B5-A789-B3A2A390654B}">
      <dsp:nvSpPr>
        <dsp:cNvPr id="0" name=""/>
        <dsp:cNvSpPr/>
      </dsp:nvSpPr>
      <dsp:spPr>
        <a:xfrm>
          <a:off x="0" y="1408063"/>
          <a:ext cx="6034656" cy="140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/>
            <a:t>Controlo manual ou através de Aplicação Movel</a:t>
          </a:r>
          <a:endParaRPr lang="en-US" sz="3500" kern="1200"/>
        </a:p>
      </dsp:txBody>
      <dsp:txXfrm>
        <a:off x="0" y="1408063"/>
        <a:ext cx="6034656" cy="1408063"/>
      </dsp:txXfrm>
    </dsp:sp>
    <dsp:sp modelId="{9396D439-B351-4405-84E9-842AEC4AE6CC}">
      <dsp:nvSpPr>
        <dsp:cNvPr id="0" name=""/>
        <dsp:cNvSpPr/>
      </dsp:nvSpPr>
      <dsp:spPr>
        <a:xfrm>
          <a:off x="0" y="2816127"/>
          <a:ext cx="6034656" cy="0"/>
        </a:xfrm>
        <a:prstGeom prst="line">
          <a:avLst/>
        </a:prstGeom>
        <a:gradFill rotWithShape="0">
          <a:gsLst>
            <a:gs pos="0">
              <a:schemeClr val="accent2">
                <a:hueOff val="1606230"/>
                <a:satOff val="-15487"/>
                <a:lumOff val="-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06230"/>
                <a:satOff val="-15487"/>
                <a:lumOff val="-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06230"/>
                <a:satOff val="-15487"/>
                <a:lumOff val="-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1606230"/>
              <a:satOff val="-15487"/>
              <a:lumOff val="-457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FF0AC4-F1E4-4C3E-9C93-6602FB2D634B}">
      <dsp:nvSpPr>
        <dsp:cNvPr id="0" name=""/>
        <dsp:cNvSpPr/>
      </dsp:nvSpPr>
      <dsp:spPr>
        <a:xfrm>
          <a:off x="0" y="2816126"/>
          <a:ext cx="6034656" cy="140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/>
            <a:t>Monitorização de Consumos</a:t>
          </a:r>
          <a:endParaRPr lang="en-US" sz="3500" kern="1200"/>
        </a:p>
      </dsp:txBody>
      <dsp:txXfrm>
        <a:off x="0" y="2816126"/>
        <a:ext cx="6034656" cy="1408063"/>
      </dsp:txXfrm>
    </dsp:sp>
    <dsp:sp modelId="{6B869CA1-D476-47BF-81AC-B1606A006E1C}">
      <dsp:nvSpPr>
        <dsp:cNvPr id="0" name=""/>
        <dsp:cNvSpPr/>
      </dsp:nvSpPr>
      <dsp:spPr>
        <a:xfrm>
          <a:off x="0" y="4224190"/>
          <a:ext cx="6034656" cy="0"/>
        </a:xfrm>
        <a:prstGeom prst="line">
          <a:avLst/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2409345"/>
              <a:satOff val="-23231"/>
              <a:lumOff val="-686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8FD3BE-241E-448A-B380-508F916EB952}">
      <dsp:nvSpPr>
        <dsp:cNvPr id="0" name=""/>
        <dsp:cNvSpPr/>
      </dsp:nvSpPr>
      <dsp:spPr>
        <a:xfrm>
          <a:off x="0" y="4224190"/>
          <a:ext cx="6034656" cy="140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/>
            <a:t>Integração com Assistentes Virtuais</a:t>
          </a:r>
          <a:endParaRPr lang="en-US" sz="3500" kern="1200"/>
        </a:p>
      </dsp:txBody>
      <dsp:txXfrm>
        <a:off x="0" y="4224190"/>
        <a:ext cx="6034656" cy="14080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912E11-A77B-4CB9-A23E-12D2AE3D4091}">
      <dsp:nvSpPr>
        <dsp:cNvPr id="0" name=""/>
        <dsp:cNvSpPr/>
      </dsp:nvSpPr>
      <dsp:spPr>
        <a:xfrm>
          <a:off x="87550" y="2564"/>
          <a:ext cx="2450473" cy="1470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kern="1200"/>
            <a:t>Mercado enorme</a:t>
          </a:r>
          <a:endParaRPr lang="en-US" sz="2600" kern="1200"/>
        </a:p>
      </dsp:txBody>
      <dsp:txXfrm>
        <a:off x="130613" y="45627"/>
        <a:ext cx="2364347" cy="1384158"/>
      </dsp:txXfrm>
    </dsp:sp>
    <dsp:sp modelId="{18DDAC80-7BA7-4330-974F-7451E22BFD39}">
      <dsp:nvSpPr>
        <dsp:cNvPr id="0" name=""/>
        <dsp:cNvSpPr/>
      </dsp:nvSpPr>
      <dsp:spPr>
        <a:xfrm>
          <a:off x="2753665" y="433847"/>
          <a:ext cx="519500" cy="607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753665" y="555390"/>
        <a:ext cx="363650" cy="364631"/>
      </dsp:txXfrm>
    </dsp:sp>
    <dsp:sp modelId="{9B0D8702-F54D-4C77-B8D4-B26179BAF3B4}">
      <dsp:nvSpPr>
        <dsp:cNvPr id="0" name=""/>
        <dsp:cNvSpPr/>
      </dsp:nvSpPr>
      <dsp:spPr>
        <a:xfrm>
          <a:off x="3518213" y="2564"/>
          <a:ext cx="2450473" cy="1470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03115"/>
                <a:satOff val="-7744"/>
                <a:lumOff val="-2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3115"/>
                <a:satOff val="-7744"/>
                <a:lumOff val="-2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3115"/>
                <a:satOff val="-7744"/>
                <a:lumOff val="-2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kern="1200"/>
            <a:t>Abrangente a todos</a:t>
          </a:r>
          <a:endParaRPr lang="en-US" sz="2600" kern="1200"/>
        </a:p>
      </dsp:txBody>
      <dsp:txXfrm>
        <a:off x="3561276" y="45627"/>
        <a:ext cx="2364347" cy="1384158"/>
      </dsp:txXfrm>
    </dsp:sp>
    <dsp:sp modelId="{E1D19F28-90DE-4CF7-A7CA-2D3422BB18C5}">
      <dsp:nvSpPr>
        <dsp:cNvPr id="0" name=""/>
        <dsp:cNvSpPr/>
      </dsp:nvSpPr>
      <dsp:spPr>
        <a:xfrm rot="5399858">
          <a:off x="4505188" y="1605143"/>
          <a:ext cx="476620" cy="607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204672"/>
                <a:satOff val="-11616"/>
                <a:lumOff val="-34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04672"/>
                <a:satOff val="-11616"/>
                <a:lumOff val="-34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04672"/>
                <a:satOff val="-11616"/>
                <a:lumOff val="-34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4561180" y="1670691"/>
        <a:ext cx="364631" cy="333634"/>
      </dsp:txXfrm>
    </dsp:sp>
    <dsp:sp modelId="{C6451D8D-227C-497C-805E-EBBF9AF53421}">
      <dsp:nvSpPr>
        <dsp:cNvPr id="0" name=""/>
        <dsp:cNvSpPr/>
      </dsp:nvSpPr>
      <dsp:spPr>
        <a:xfrm>
          <a:off x="3518311" y="2372133"/>
          <a:ext cx="2450473" cy="1470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606230"/>
                <a:satOff val="-15487"/>
                <a:lumOff val="-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06230"/>
                <a:satOff val="-15487"/>
                <a:lumOff val="-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06230"/>
                <a:satOff val="-15487"/>
                <a:lumOff val="-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kern="1200" dirty="0"/>
            <a:t>Potencial de vendas elevado</a:t>
          </a:r>
          <a:endParaRPr lang="en-US" sz="2600" kern="1200" dirty="0"/>
        </a:p>
      </dsp:txBody>
      <dsp:txXfrm>
        <a:off x="3561374" y="2415196"/>
        <a:ext cx="2364347" cy="1384158"/>
      </dsp:txXfrm>
    </dsp:sp>
    <dsp:sp modelId="{474E6096-2D8E-4F0D-942A-0CC91A2D2490}">
      <dsp:nvSpPr>
        <dsp:cNvPr id="0" name=""/>
        <dsp:cNvSpPr/>
      </dsp:nvSpPr>
      <dsp:spPr>
        <a:xfrm rot="10827214">
          <a:off x="2774522" y="2789909"/>
          <a:ext cx="525621" cy="607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2932206" y="2912076"/>
        <a:ext cx="367935" cy="364631"/>
      </dsp:txXfrm>
    </dsp:sp>
    <dsp:sp modelId="{C5B2996B-6377-43F2-8DA3-CD4C67B2B0DC}">
      <dsp:nvSpPr>
        <dsp:cNvPr id="0" name=""/>
        <dsp:cNvSpPr/>
      </dsp:nvSpPr>
      <dsp:spPr>
        <a:xfrm>
          <a:off x="76130" y="2344884"/>
          <a:ext cx="2450473" cy="1470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kern="1200"/>
            <a:t>Concorrentes</a:t>
          </a:r>
          <a:endParaRPr lang="en-US" sz="2600" kern="1200"/>
        </a:p>
      </dsp:txBody>
      <dsp:txXfrm>
        <a:off x="119193" y="2387947"/>
        <a:ext cx="2364347" cy="1384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EA9FC-540F-4347-AAED-7D88DCE7B565}">
      <dsp:nvSpPr>
        <dsp:cNvPr id="0" name=""/>
        <dsp:cNvSpPr/>
      </dsp:nvSpPr>
      <dsp:spPr>
        <a:xfrm>
          <a:off x="2814968" y="0"/>
          <a:ext cx="3898647" cy="389864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FBFFC8-8ED4-46C3-8831-1A3755FF633B}">
      <dsp:nvSpPr>
        <dsp:cNvPr id="0" name=""/>
        <dsp:cNvSpPr/>
      </dsp:nvSpPr>
      <dsp:spPr>
        <a:xfrm>
          <a:off x="3185339" y="370371"/>
          <a:ext cx="1520472" cy="15204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Produto diferenciado</a:t>
          </a:r>
          <a:endParaRPr lang="en-US" sz="1600" kern="1200"/>
        </a:p>
      </dsp:txBody>
      <dsp:txXfrm>
        <a:off x="3259562" y="444594"/>
        <a:ext cx="1372026" cy="1372026"/>
      </dsp:txXfrm>
    </dsp:sp>
    <dsp:sp modelId="{39E12FB9-93ED-43DB-B832-C63865DE7BB0}">
      <dsp:nvSpPr>
        <dsp:cNvPr id="0" name=""/>
        <dsp:cNvSpPr/>
      </dsp:nvSpPr>
      <dsp:spPr>
        <a:xfrm>
          <a:off x="4822771" y="370371"/>
          <a:ext cx="1520472" cy="1520472"/>
        </a:xfrm>
        <a:prstGeom prst="roundRect">
          <a:avLst/>
        </a:prstGeom>
        <a:gradFill rotWithShape="0">
          <a:gsLst>
            <a:gs pos="0">
              <a:schemeClr val="accent2">
                <a:hueOff val="803115"/>
                <a:satOff val="-7744"/>
                <a:lumOff val="-2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3115"/>
                <a:satOff val="-7744"/>
                <a:lumOff val="-2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3115"/>
                <a:satOff val="-7744"/>
                <a:lumOff val="-2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Preço competitivo</a:t>
          </a:r>
          <a:endParaRPr lang="en-US" sz="1600" kern="1200"/>
        </a:p>
      </dsp:txBody>
      <dsp:txXfrm>
        <a:off x="4896994" y="444594"/>
        <a:ext cx="1372026" cy="1372026"/>
      </dsp:txXfrm>
    </dsp:sp>
    <dsp:sp modelId="{85F500BB-1543-48B6-9B4C-D02E67287078}">
      <dsp:nvSpPr>
        <dsp:cNvPr id="0" name=""/>
        <dsp:cNvSpPr/>
      </dsp:nvSpPr>
      <dsp:spPr>
        <a:xfrm>
          <a:off x="3185339" y="2007803"/>
          <a:ext cx="1520472" cy="1520472"/>
        </a:xfrm>
        <a:prstGeom prst="roundRect">
          <a:avLst/>
        </a:prstGeom>
        <a:gradFill rotWithShape="0">
          <a:gsLst>
            <a:gs pos="0">
              <a:schemeClr val="accent2">
                <a:hueOff val="1606230"/>
                <a:satOff val="-15487"/>
                <a:lumOff val="-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06230"/>
                <a:satOff val="-15487"/>
                <a:lumOff val="-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06230"/>
                <a:satOff val="-15487"/>
                <a:lumOff val="-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Diversos canais de distribuição</a:t>
          </a:r>
          <a:endParaRPr lang="en-US" sz="1600" kern="1200"/>
        </a:p>
      </dsp:txBody>
      <dsp:txXfrm>
        <a:off x="3259562" y="2082026"/>
        <a:ext cx="1372026" cy="1372026"/>
      </dsp:txXfrm>
    </dsp:sp>
    <dsp:sp modelId="{2197B96A-B56A-410A-BAE7-19D39E422DBB}">
      <dsp:nvSpPr>
        <dsp:cNvPr id="0" name=""/>
        <dsp:cNvSpPr/>
      </dsp:nvSpPr>
      <dsp:spPr>
        <a:xfrm>
          <a:off x="4822771" y="2007803"/>
          <a:ext cx="1520472" cy="1520472"/>
        </a:xfrm>
        <a:prstGeom prst="roundRect">
          <a:avLst/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Elevada presença em Redes Sociais</a:t>
          </a:r>
          <a:endParaRPr lang="en-US" sz="1600" kern="1200"/>
        </a:p>
      </dsp:txBody>
      <dsp:txXfrm>
        <a:off x="4896994" y="2082026"/>
        <a:ext cx="1372026" cy="1372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8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5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0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8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8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0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6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5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2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1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7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D116F-1108-F0B6-C094-CE96BC7A0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2033" y="1247140"/>
            <a:ext cx="5657899" cy="3450844"/>
          </a:xfrm>
        </p:spPr>
        <p:txBody>
          <a:bodyPr>
            <a:normAutofit/>
          </a:bodyPr>
          <a:lstStyle/>
          <a:p>
            <a:r>
              <a:rPr lang="pt-PT"/>
              <a:t>EzPower</a:t>
            </a:r>
            <a:r>
              <a:rPr lang="pt-PT">
                <a:effectLst/>
              </a:rPr>
              <a:t>™ by Flexible Energies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D6842-E8F9-B49B-F167-F075A59BC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2033" y="4818126"/>
            <a:ext cx="5657899" cy="12689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PT" sz="1900"/>
              <a:t>João Sousa (23916)</a:t>
            </a:r>
          </a:p>
          <a:p>
            <a:pPr>
              <a:lnSpc>
                <a:spcPct val="100000"/>
              </a:lnSpc>
            </a:pPr>
            <a:r>
              <a:rPr lang="pt-PT" sz="1900"/>
              <a:t>Martinho Caeiro (23917)</a:t>
            </a:r>
          </a:p>
          <a:p>
            <a:pPr>
              <a:lnSpc>
                <a:spcPct val="100000"/>
              </a:lnSpc>
            </a:pPr>
            <a:r>
              <a:rPr lang="pt-PT" sz="1900"/>
              <a:t>Paulo Abade (23919)</a:t>
            </a:r>
          </a:p>
        </p:txBody>
      </p:sp>
      <p:pic>
        <p:nvPicPr>
          <p:cNvPr id="18" name="Picture 17" descr="A blue and green sky&#10;&#10;AI-generated content may be incorrect.">
            <a:extLst>
              <a:ext uri="{FF2B5EF4-FFF2-40B4-BE49-F238E27FC236}">
                <a16:creationId xmlns:a16="http://schemas.microsoft.com/office/drawing/2014/main" id="{886FEECE-D07A-7F9A-F6AA-4EE81E39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75" r="6089"/>
          <a:stretch/>
        </p:blipFill>
        <p:spPr>
          <a:xfrm>
            <a:off x="20" y="10"/>
            <a:ext cx="5104813" cy="6857990"/>
          </a:xfrm>
          <a:custGeom>
            <a:avLst/>
            <a:gdLst/>
            <a:ahLst/>
            <a:cxnLst/>
            <a:rect l="l" t="t" r="r" b="b"/>
            <a:pathLst>
              <a:path w="5104833" h="6858000">
                <a:moveTo>
                  <a:pt x="0" y="0"/>
                </a:moveTo>
                <a:lnTo>
                  <a:pt x="3707702" y="0"/>
                </a:lnTo>
                <a:lnTo>
                  <a:pt x="3707702" y="1375489"/>
                </a:lnTo>
                <a:lnTo>
                  <a:pt x="5104833" y="1375489"/>
                </a:lnTo>
                <a:lnTo>
                  <a:pt x="51048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21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2CADC-DED8-0C4D-8B33-881FFE8F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18219" cy="1550419"/>
          </a:xfrm>
        </p:spPr>
        <p:txBody>
          <a:bodyPr>
            <a:normAutofit/>
          </a:bodyPr>
          <a:lstStyle/>
          <a:p>
            <a:r>
              <a:rPr lang="pt-PT" dirty="0"/>
              <a:t>Desenho do Produto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C0A7C3BC-910F-B3FA-2031-5E3E4BF8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18219" cy="3926152"/>
          </a:xfrm>
        </p:spPr>
        <p:txBody>
          <a:bodyPr>
            <a:normAutofit/>
          </a:bodyPr>
          <a:lstStyle/>
          <a:p>
            <a:r>
              <a:rPr lang="en-US" dirty="0"/>
              <a:t>Moderno</a:t>
            </a:r>
          </a:p>
          <a:p>
            <a:r>
              <a:rPr lang="en-US" dirty="0"/>
              <a:t>Simples</a:t>
            </a:r>
          </a:p>
          <a:p>
            <a:r>
              <a:rPr lang="en-US" dirty="0" err="1"/>
              <a:t>Botão</a:t>
            </a:r>
            <a:r>
              <a:rPr lang="en-US" dirty="0"/>
              <a:t> para </a:t>
            </a:r>
            <a:r>
              <a:rPr lang="en-US" dirty="0" err="1"/>
              <a:t>enrolar</a:t>
            </a:r>
            <a:endParaRPr lang="en-US" dirty="0"/>
          </a:p>
          <a:p>
            <a:r>
              <a:rPr lang="en-US" dirty="0" err="1"/>
              <a:t>Ecrã</a:t>
            </a:r>
            <a:r>
              <a:rPr lang="en-US" dirty="0"/>
              <a:t> digital</a:t>
            </a:r>
          </a:p>
        </p:txBody>
      </p:sp>
      <p:pic>
        <p:nvPicPr>
          <p:cNvPr id="1026" name="Picture 2" descr="A black cable plugged into a wall&#10;&#10;AI-generated content may be incorrect.">
            <a:extLst>
              <a:ext uri="{FF2B5EF4-FFF2-40B4-BE49-F238E27FC236}">
                <a16:creationId xmlns:a16="http://schemas.microsoft.com/office/drawing/2014/main" id="{577B5188-3052-8D55-7BCA-85EBF2232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" r="-2" b="-2"/>
          <a:stretch/>
        </p:blipFill>
        <p:spPr bwMode="auto">
          <a:xfrm>
            <a:off x="6038059" y="565150"/>
            <a:ext cx="5588782" cy="572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11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CE698-10C7-72B2-639D-10E364E3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pt-PT" sz="2800"/>
              <a:t>Funcionalidades do Produto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A31189-14B5-1B3D-454D-94397F3E5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638343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479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C06F3-D422-F8FD-28CF-03B6A922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pt-PT" dirty="0"/>
              <a:t>Mercado do Produto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AE2122-0EC1-7599-EECB-1E5982A8A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76308"/>
              </p:ext>
            </p:extLst>
          </p:nvPr>
        </p:nvGraphicFramePr>
        <p:xfrm>
          <a:off x="3593281" y="2005781"/>
          <a:ext cx="9486900" cy="392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606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1AF1E-7FE5-D799-911B-AD066B6B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pt-PT" dirty="0"/>
              <a:t>Exequibilidade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14E7A-70FB-CC10-AD3C-7930F04724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101178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6681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97D42-A01D-BC41-A1DE-4E2766A4E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258F36-452C-D64A-A553-BEE4EAFE4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19240-EA30-74E7-BD43-CE935042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039" y="1247775"/>
            <a:ext cx="3856418" cy="34496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 err="1"/>
              <a:t>Obrigado</a:t>
            </a:r>
            <a:r>
              <a:rPr lang="en-US" sz="6000" dirty="0"/>
              <a:t> </a:t>
            </a:r>
            <a:r>
              <a:rPr lang="en-US" sz="6000" dirty="0" err="1"/>
              <a:t>por</a:t>
            </a:r>
            <a:r>
              <a:rPr lang="en-US" sz="6000" dirty="0"/>
              <a:t> </a:t>
            </a:r>
            <a:r>
              <a:rPr lang="en-US" sz="6000" dirty="0" err="1"/>
              <a:t>ouvir</a:t>
            </a:r>
            <a:r>
              <a:rPr lang="en-US" sz="6000" dirty="0"/>
              <a:t>!</a:t>
            </a:r>
          </a:p>
        </p:txBody>
      </p:sp>
      <p:pic>
        <p:nvPicPr>
          <p:cNvPr id="6" name="Graphic 5" descr="Wind Chime">
            <a:extLst>
              <a:ext uri="{FF2B5EF4-FFF2-40B4-BE49-F238E27FC236}">
                <a16:creationId xmlns:a16="http://schemas.microsoft.com/office/drawing/2014/main" id="{61214C14-7142-612C-150D-C6FF3798A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657" y="1704805"/>
            <a:ext cx="3895343" cy="38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5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InterweaveVTI</vt:lpstr>
      <vt:lpstr>EzPower™ by Flexible Energies</vt:lpstr>
      <vt:lpstr>Desenho do Produto</vt:lpstr>
      <vt:lpstr>Funcionalidades do Produto</vt:lpstr>
      <vt:lpstr>Mercado do Produto</vt:lpstr>
      <vt:lpstr>Exequibilidade</vt:lpstr>
      <vt:lpstr>Obrigado por ouvir!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Martinho José Novo Caeiro</dc:creator>
  <cp:lastModifiedBy>Martinho José Novo Caeiro</cp:lastModifiedBy>
  <cp:revision>2</cp:revision>
  <dcterms:created xsi:type="dcterms:W3CDTF">2025-04-23T15:25:41Z</dcterms:created>
  <dcterms:modified xsi:type="dcterms:W3CDTF">2025-04-23T16:10:11Z</dcterms:modified>
</cp:coreProperties>
</file>